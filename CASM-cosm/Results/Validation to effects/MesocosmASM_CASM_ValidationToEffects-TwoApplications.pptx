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72" r:id="rId4"/>
    <p:sldId id="277" r:id="rId5"/>
    <p:sldId id="273" r:id="rId6"/>
    <p:sldId id="257" r:id="rId7"/>
    <p:sldId id="278" r:id="rId8"/>
    <p:sldId id="267" r:id="rId9"/>
    <p:sldId id="268" r:id="rId10"/>
    <p:sldId id="269" r:id="rId11"/>
    <p:sldId id="270" r:id="rId12"/>
    <p:sldId id="271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6F98-5263-EF15-2B0E-EF77B7FC7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04AF0-8D41-640F-7F56-C1C315A2E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0FBB9-3E5D-27AA-9A3B-E0D10328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C3FB5-024B-E1F0-ABEF-297EB9BF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AF0E-F455-BF18-E024-6B074D4D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8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476A-86BA-634F-F8CB-7876A5B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B35C-C07E-BD06-BC35-4A5AED2D1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DD041-20B9-B568-786B-BD53054B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83968-2A6D-6387-E30B-1A88C3BF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19FC-F7DA-7242-1BD0-4E07173F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7100-D9C5-89D2-3315-C4B046BE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9C163-CFF3-CAD0-E9B1-C25BE495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03F9F-E891-C8A4-A9DB-771263FA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38F8A-B71A-4BBE-474F-5B109236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09256-E35F-F531-00BC-31D1675D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8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3E2C-4A32-A31D-AB5D-E1C38C7B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155-5119-8B58-37B4-EA84AF03D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D42C1-AF96-3FD1-8E01-ABE2F87F5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3D86C-4C3C-0E96-AB09-BA0DF2D8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C2F5C-EB79-DE4E-B8BD-02806DDA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ED6C-F770-DBAF-788A-E716E20C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CF67-252F-7C7F-8FF8-FD7F68AA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34C9E-81E4-466E-E8CD-7774656B2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16B05-5D34-7BC0-58C4-D95AA9885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CB80F-8413-989B-E60B-0FDFA2BC3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A0148-8B31-15E3-BE1F-FACF5A327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1E2542-146C-FA72-7CDF-EC5A9342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7501C-154B-BBEE-80DE-7C5356E5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433AA-2FC1-4974-0FD8-D15AD9BD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9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7CF4-1423-949F-330E-BA49F043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15942-AFC5-9DF1-CE7D-80CB0CA6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3EF1F-7786-906C-584F-94305EAA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3A1D7-BDD3-CAEB-E11F-CAD3A593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5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E3EF4-06A8-0DCD-08E3-90729A56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735EF-1F23-A458-9757-380B0ACB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469C7-252D-5B36-995C-4B4F0EEA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9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D236-FF8A-BBD9-7098-85AF015F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794DB-5089-78A4-22BC-2250767A9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08349-863B-7B80-49F5-1423A4419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4087F-9E72-0701-AA1A-643C32E5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CD63-59E5-F31A-E48B-05972DF7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F1B81-3B7F-CD4D-2FAF-A297C432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4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D69A-2CC2-0002-74B1-A73A7F22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B9030-613D-EEC3-F01C-623E23CEB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72FEF-5FCE-C12C-8898-06943A890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E65F6-4FCF-F831-EAAF-022FBA46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B53B7-D3CF-6CDD-D209-7552582E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72682-530A-7346-B6AE-C99CB703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FDEA-D570-28CC-7F78-13D7EDB2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D7895-B27E-1FAA-563B-8659F9D22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117BB-6BDB-370D-F68C-ECD16054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10DE-9F38-36D7-6686-89322D97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B09D9-F1C5-84A1-106A-8BC71B75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1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1AE34-37CA-152A-7A01-038B18C48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9E2CB-E05E-9B66-9270-CBD177657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E78A-BE4E-B451-91EF-5F770829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CE535-A98A-E148-E099-147BF694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A474B-E212-1C25-997D-9B3A257A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1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E2C0C-C582-29B8-EB4D-80A26D29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4DA6F-DBCF-A5E7-CA70-A9A2E494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ECC8-CDD6-DE2C-8E14-EB3033D05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BF762-726A-CB88-9018-381FCF88E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80C7D-4DAC-AF18-406C-8461C6849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3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D8FE-21EF-F473-24C6-216DD5C52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Validation of CASM to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Study 21-a1Two Applications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Toxic Effects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E8D10-602D-9145-0C6D-0413BD5A9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 Bartell</a:t>
            </a:r>
          </a:p>
          <a:p>
            <a:r>
              <a:rPr lang="en-US" dirty="0"/>
              <a:t>Stantec</a:t>
            </a:r>
          </a:p>
          <a:p>
            <a:r>
              <a:rPr lang="en-US" dirty="0"/>
              <a:t>April 6, 2023</a:t>
            </a:r>
          </a:p>
        </p:txBody>
      </p:sp>
    </p:spTree>
    <p:extLst>
      <p:ext uri="{BB962C8B-B14F-4D97-AF65-F5344CB8AC3E}">
        <p14:creationId xmlns:p14="http://schemas.microsoft.com/office/powerpoint/2010/main" val="401442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0712-33F9-2FCD-7E14-CB06DAFD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Methods: CASM validation to 21-a1 Two Applications exposure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05AD-DB66-D01F-7465-BA9FB06E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CASM simulation of study 21-a1 control data used as baseline</a:t>
            </a:r>
          </a:p>
          <a:p>
            <a:r>
              <a:rPr lang="en-US" dirty="0"/>
              <a:t> Toxic effects benchmarks derived for study 19b </a:t>
            </a:r>
          </a:p>
          <a:p>
            <a:r>
              <a:rPr lang="en-US" dirty="0"/>
              <a:t>Perform toxic effects simulations using 21-a1 exposure profile</a:t>
            </a:r>
          </a:p>
          <a:p>
            <a:r>
              <a:rPr lang="en-US" dirty="0"/>
              <a:t>Toxic effects simulation results analyzed</a:t>
            </a:r>
          </a:p>
          <a:p>
            <a:pPr lvl="1"/>
            <a:r>
              <a:rPr lang="en-US" dirty="0"/>
              <a:t>Direct effects for selected populations (e.g., effects criteria tables)</a:t>
            </a:r>
          </a:p>
          <a:p>
            <a:pPr lvl="1"/>
            <a:r>
              <a:rPr lang="en-US" dirty="0"/>
              <a:t>Indirect effects </a:t>
            </a:r>
          </a:p>
          <a:p>
            <a:r>
              <a:rPr lang="en-US" dirty="0"/>
              <a:t>Plot results</a:t>
            </a:r>
          </a:p>
          <a:p>
            <a:pPr lvl="1"/>
            <a:r>
              <a:rPr lang="en-US" dirty="0"/>
              <a:t>Abundance for control and treatment simulations</a:t>
            </a:r>
          </a:p>
          <a:p>
            <a:pPr lvl="1"/>
            <a:r>
              <a:rPr lang="en-US" dirty="0"/>
              <a:t>Percent impacts</a:t>
            </a:r>
          </a:p>
        </p:txBody>
      </p:sp>
    </p:spTree>
    <p:extLst>
      <p:ext uri="{BB962C8B-B14F-4D97-AF65-F5344CB8AC3E}">
        <p14:creationId xmlns:p14="http://schemas.microsoft.com/office/powerpoint/2010/main" val="265636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366C0-BA4F-1D25-157C-A5D5D7D19EFE}"/>
              </a:ext>
            </a:extLst>
          </p:cNvPr>
          <p:cNvSpPr txBox="1"/>
          <p:nvPr/>
        </p:nvSpPr>
        <p:spPr>
          <a:xfrm>
            <a:off x="518614" y="382137"/>
            <a:ext cx="102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Daily concentrations of AZT used in CASM simulations for study 21-a1: Two Apps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F282D-7E8C-CA76-F932-55E4EB67F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031" y="1301859"/>
            <a:ext cx="5818969" cy="35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9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2DFB26-F9DA-8C20-1204-46338F47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91" y="1329740"/>
            <a:ext cx="81724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2074-1DE3-240F-9846-D6DF57F9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Effects Criteria Populations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2772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337846-A241-A24C-56FE-A88AEF9CD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431" y="477154"/>
            <a:ext cx="4832864" cy="5057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9F11F4-B7D6-C008-EED2-E59049D42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60" y="854241"/>
            <a:ext cx="4719082" cy="468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9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20925E-0295-82E0-98F8-01DD1FC2A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49" y="733925"/>
            <a:ext cx="4706950" cy="4668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23657-AF6B-B5A0-5F9C-A616F2439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186" y="409073"/>
            <a:ext cx="4792382" cy="50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0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E6795-0330-8474-6B8C-47C506A8F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055" y="1049744"/>
            <a:ext cx="4573481" cy="4544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26BC16-3BA7-55B9-9583-11481C1C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536" y="685800"/>
            <a:ext cx="4623613" cy="483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5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47191-6F02-8E05-8697-DC415BAAC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67" y="806116"/>
            <a:ext cx="4358569" cy="4331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86211-8805-198F-EBE4-4D3457AC0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603" y="543517"/>
            <a:ext cx="4380818" cy="459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22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423393-FFA8-C617-170A-87856CFD7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86" y="1164865"/>
            <a:ext cx="4320963" cy="4285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A08294-6776-EBF3-7678-EB13DDC31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49" y="806116"/>
            <a:ext cx="4494525" cy="47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5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51FD4-F59F-DA65-17B7-4605E7C9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70" y="1143473"/>
            <a:ext cx="4460056" cy="4423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4D20C9-214C-9A31-5B46-2291167E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950494"/>
            <a:ext cx="4323047" cy="452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7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E93C4-E21C-9F00-A996-9808A479B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04156"/>
            <a:ext cx="4608096" cy="4570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04B029-3B03-B314-DE77-59FB47C94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995" y="637674"/>
            <a:ext cx="4484120" cy="469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9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2074-1DE3-240F-9846-D6DF57F9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Other Impacted Populations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3694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B402F6-12B3-5B14-1AA2-D24A2DAC0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8" y="945731"/>
            <a:ext cx="45720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4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601502-8244-E522-FA32-693FFC98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58" y="500563"/>
            <a:ext cx="4572000" cy="2752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E64BC6-1566-ADB6-E8DB-E167C4A30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84" y="500563"/>
            <a:ext cx="4572000" cy="2752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05E88-E3BF-86AD-E210-03A087E3C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958" y="3604713"/>
            <a:ext cx="4572000" cy="275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56C2B-309B-6936-7485-7C96E10A8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284" y="3611983"/>
            <a:ext cx="45720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4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2494</TotalTime>
  <Words>113</Words>
  <Application>Microsoft Office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Validation of CASM to  Study 21-a1Two Applications  Toxic Effects  </vt:lpstr>
      <vt:lpstr>Methods: CASM validation to 21-a1 Two Applications exposure scenario</vt:lpstr>
      <vt:lpstr>PowerPoint Presentation</vt:lpstr>
      <vt:lpstr>PowerPoint Presentation</vt:lpstr>
      <vt:lpstr>Effects Criteria Populations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Impacted Populations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of CASM to  Study 21-a1Two Applications  Toxic Effects  </dc:title>
  <dc:creator>Steven Bartell</dc:creator>
  <cp:lastModifiedBy>Steven Bartell</cp:lastModifiedBy>
  <cp:revision>24</cp:revision>
  <dcterms:created xsi:type="dcterms:W3CDTF">2023-03-29T19:39:31Z</dcterms:created>
  <dcterms:modified xsi:type="dcterms:W3CDTF">2023-04-06T14:33:42Z</dcterms:modified>
</cp:coreProperties>
</file>