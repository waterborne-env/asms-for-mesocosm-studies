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5" r:id="rId3"/>
    <p:sldId id="272" r:id="rId4"/>
    <p:sldId id="277" r:id="rId5"/>
    <p:sldId id="273" r:id="rId6"/>
    <p:sldId id="257" r:id="rId7"/>
    <p:sldId id="278" r:id="rId8"/>
    <p:sldId id="267" r:id="rId9"/>
    <p:sldId id="268" r:id="rId10"/>
    <p:sldId id="269" r:id="rId11"/>
    <p:sldId id="270" r:id="rId12"/>
    <p:sldId id="271" r:id="rId13"/>
    <p:sldId id="274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0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6F98-5263-EF15-2B0E-EF77B7FC7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04AF0-8D41-640F-7F56-C1C315A2E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0FBB9-3E5D-27AA-9A3B-E0D10328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C3FB5-024B-E1F0-ABEF-297EB9BFC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8AF0E-F455-BF18-E024-6B074D4D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84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B476A-86BA-634F-F8CB-7876A5BE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AB35C-C07E-BD06-BC35-4A5AED2D1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DD041-20B9-B568-786B-BD53054B8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83968-2A6D-6387-E30B-1A88C3BF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719FC-F7DA-7242-1BD0-4E07173F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8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C7100-D9C5-89D2-3315-C4B046BE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9C163-CFF3-CAD0-E9B1-C25BE495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03F9F-E891-C8A4-A9DB-771263FA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38F8A-B71A-4BBE-474F-5B109236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09256-E35F-F531-00BC-31D1675D6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8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3E2C-4A32-A31D-AB5D-E1C38C7B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155-5119-8B58-37B4-EA84AF03D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D42C1-AF96-3FD1-8E01-ABE2F87F5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3D86C-4C3C-0E96-AB09-BA0DF2D8E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C2F5C-EB79-DE4E-B8BD-02806DDA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CED6C-F770-DBAF-788A-E716E20C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CF67-252F-7C7F-8FF8-FD7F68AA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34C9E-81E4-466E-E8CD-7774656B2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16B05-5D34-7BC0-58C4-D95AA9885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CB80F-8413-989B-E60B-0FDFA2BC3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EA0148-8B31-15E3-BE1F-FACF5A3270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1E2542-146C-FA72-7CDF-EC5A9342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D7501C-154B-BBEE-80DE-7C5356E5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1433AA-2FC1-4974-0FD8-D15AD9BD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90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7CF4-1423-949F-330E-BA49F043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15942-AFC5-9DF1-CE7D-80CB0CA6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13EF1F-7786-906C-584F-94305EAA3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3A1D7-BDD3-CAEB-E11F-CAD3A593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5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CE3EF4-06A8-0DCD-08E3-90729A56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735EF-1F23-A458-9757-380B0ACBA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469C7-252D-5B36-995C-4B4F0EEA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9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2D236-FF8A-BBD9-7098-85AF015FB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794DB-5089-78A4-22BC-2250767A9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08349-863B-7B80-49F5-1423A4419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4087F-9E72-0701-AA1A-643C32E5A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CD63-59E5-F31A-E48B-05972DF7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F1B81-3B7F-CD4D-2FAF-A297C432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4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D69A-2CC2-0002-74B1-A73A7F22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B9030-613D-EEC3-F01C-623E23CEB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72FEF-5FCE-C12C-8898-06943A890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E65F6-4FCF-F831-EAAF-022FBA46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B53B7-D3CF-6CDD-D209-7552582E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72682-530A-7346-B6AE-C99CB703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FDEA-D570-28CC-7F78-13D7EDB2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D7895-B27E-1FAA-563B-8659F9D22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117BB-6BDB-370D-F68C-ECD16054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910DE-9F38-36D7-6686-89322D970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B09D9-F1C5-84A1-106A-8BC71B756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1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1AE34-37CA-152A-7A01-038B18C48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9E2CB-E05E-9B66-9270-CBD177657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1E78A-BE4E-B451-91EF-5F770829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CE535-A98A-E148-E099-147BF6944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A474B-E212-1C25-997D-9B3A257A0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1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E2C0C-C582-29B8-EB4D-80A26D294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4DA6F-DBCF-A5E7-CA70-A9A2E494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BECC8-CDD6-DE2C-8E14-EB3033D05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D59D2-71C3-4152-A54A-A97FDE90A6ED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BF762-726A-CB88-9018-381FCF88E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80C7D-4DAC-AF18-406C-8461C6849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E6280-1C5B-4282-B3C7-CEF970C9A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35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D8FE-21EF-F473-24C6-216DD5C524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Validation of CASM to 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Study 21-a2 Three Peaks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Toxic Effects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E8D10-602D-9145-0C6D-0413BD5A92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SM Bartell</a:t>
            </a:r>
          </a:p>
          <a:p>
            <a:r>
              <a:rPr lang="en-US" dirty="0"/>
              <a:t>Stantec</a:t>
            </a:r>
          </a:p>
          <a:p>
            <a:r>
              <a:rPr lang="en-US" dirty="0"/>
              <a:t>April 6, 2023</a:t>
            </a:r>
          </a:p>
        </p:txBody>
      </p:sp>
    </p:spTree>
    <p:extLst>
      <p:ext uri="{BB962C8B-B14F-4D97-AF65-F5344CB8AC3E}">
        <p14:creationId xmlns:p14="http://schemas.microsoft.com/office/powerpoint/2010/main" val="4014425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0712-33F9-2FCD-7E14-CB06DAFD7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Methods: CASM validation to 21-a2 Three Peaks exposure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305AD-DB66-D01F-7465-BA9FB06E8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Previous CASM simulation of study 21-a2 control data used as baseline</a:t>
            </a:r>
          </a:p>
          <a:p>
            <a:r>
              <a:rPr lang="en-US" dirty="0"/>
              <a:t> Toxic effects benchmarks derived for study 19b </a:t>
            </a:r>
          </a:p>
          <a:p>
            <a:r>
              <a:rPr lang="en-US" dirty="0"/>
              <a:t>Perform toxic effects simulations using 21-a2 exposure profile</a:t>
            </a:r>
          </a:p>
          <a:p>
            <a:r>
              <a:rPr lang="en-US" dirty="0"/>
              <a:t>Toxic effects simulation results analyzed</a:t>
            </a:r>
          </a:p>
          <a:p>
            <a:pPr lvl="1"/>
            <a:r>
              <a:rPr lang="en-US" dirty="0"/>
              <a:t>Direct effects for selected populations (e.g., effects criteria tables)</a:t>
            </a:r>
          </a:p>
          <a:p>
            <a:pPr lvl="1"/>
            <a:r>
              <a:rPr lang="en-US" dirty="0"/>
              <a:t>Indirect effects </a:t>
            </a:r>
          </a:p>
          <a:p>
            <a:r>
              <a:rPr lang="en-US" dirty="0"/>
              <a:t>Plot results</a:t>
            </a:r>
          </a:p>
          <a:p>
            <a:pPr lvl="1"/>
            <a:r>
              <a:rPr lang="en-US" dirty="0"/>
              <a:t>Abundance for control and treatment simulations</a:t>
            </a:r>
          </a:p>
          <a:p>
            <a:pPr lvl="1"/>
            <a:r>
              <a:rPr lang="en-US" dirty="0"/>
              <a:t>Percent impacts</a:t>
            </a:r>
          </a:p>
        </p:txBody>
      </p:sp>
    </p:spTree>
    <p:extLst>
      <p:ext uri="{BB962C8B-B14F-4D97-AF65-F5344CB8AC3E}">
        <p14:creationId xmlns:p14="http://schemas.microsoft.com/office/powerpoint/2010/main" val="265636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7366C0-BA4F-1D25-157C-A5D5D7D19EFE}"/>
              </a:ext>
            </a:extLst>
          </p:cNvPr>
          <p:cNvSpPr txBox="1"/>
          <p:nvPr/>
        </p:nvSpPr>
        <p:spPr>
          <a:xfrm>
            <a:off x="518614" y="382137"/>
            <a:ext cx="10557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Daily concentrations of AZT used in CASM simulations for study 21-a2: Three Peaks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279476-307B-3E60-A4CA-468CCDDF8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695" y="1298869"/>
            <a:ext cx="5836067" cy="350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92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2DFB26-F9DA-8C20-1204-46338F473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891" y="1329740"/>
            <a:ext cx="817245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7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F2074-1DE3-240F-9846-D6DF57F9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Effects Criteria Populations </a:t>
            </a:r>
            <a:br>
              <a:rPr lang="en-US" sz="3600" dirty="0"/>
            </a:b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27726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52DE75-6999-8217-90C1-7B4DF5288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90" y="776088"/>
            <a:ext cx="4719365" cy="4680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8703A1-EED5-BC8E-12CC-64F1EB64F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824" y="427453"/>
            <a:ext cx="4805941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96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430ED1-DE20-BF97-949D-F7E0C26D4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90" y="1056534"/>
            <a:ext cx="4370942" cy="43350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76DE2A-5948-333F-6455-8C70ABFEE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905" y="855637"/>
            <a:ext cx="4334545" cy="453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555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EE63FA-AF23-77FC-41CA-E843C647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33" y="897205"/>
            <a:ext cx="4452192" cy="4415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FEECA3-DBFD-1D2A-C192-EF47B3565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288" y="596415"/>
            <a:ext cx="4497089" cy="471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52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5785D7-F103-0872-FD4E-E46692B23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9" y="733924"/>
            <a:ext cx="5181952" cy="5139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FB5744-0A35-4A54-DB9F-AFE00C1DD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114" y="493295"/>
            <a:ext cx="5181951" cy="542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22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56156E-A025-92C9-F852-568D2453F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65" y="708493"/>
            <a:ext cx="5242109" cy="51990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D04DD1-96B6-0353-7DC4-881D33F2A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527" y="358140"/>
            <a:ext cx="5404347" cy="565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5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309D29-4019-6FA6-92B6-078B1FD42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12" y="777424"/>
            <a:ext cx="4687917" cy="46493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23C2BF-E7F5-01FF-4D47-F269F138C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829" y="529388"/>
            <a:ext cx="4687917" cy="488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75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07C65A-FC48-9D95-E240-68A2D5FC8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65" y="637674"/>
            <a:ext cx="4330879" cy="42952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285307-3298-6EDF-A681-430A8F097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255" y="360948"/>
            <a:ext cx="436903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9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F2074-1DE3-240F-9846-D6DF57F9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Other Impacted Populations</a:t>
            </a:r>
            <a:br>
              <a:rPr lang="en-US" sz="3600" dirty="0"/>
            </a:b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36948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F26C06-DA42-CB46-5E16-D0262A85A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06" y="945731"/>
            <a:ext cx="45720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45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5D4668-2F2C-03E7-6FE4-27D5E314B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05" y="500563"/>
            <a:ext cx="4572000" cy="2752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528CE6-31A8-A983-5353-74D996DBC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527" y="500563"/>
            <a:ext cx="45720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4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2967</TotalTime>
  <Words>114</Words>
  <Application>Microsoft Office PowerPoint</Application>
  <PresentationFormat>Widescreen</PresentationFormat>
  <Paragraphs>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Validation of CASM to  Study 21-a2 Three Peaks  Toxic Effects  </vt:lpstr>
      <vt:lpstr>Methods: CASM validation to 21-a2 Three Peaks exposure scenario</vt:lpstr>
      <vt:lpstr>PowerPoint Presentation</vt:lpstr>
      <vt:lpstr>PowerPoint Presentation</vt:lpstr>
      <vt:lpstr>Effects Criteria Populations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Impacted Populations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Validation of CASM to  Study 21-a1Two Applications  Toxic Effects</dc:title>
  <dc:creator>Steven Bartell</dc:creator>
  <cp:lastModifiedBy>Steven Bartell</cp:lastModifiedBy>
  <cp:revision>33</cp:revision>
  <dcterms:created xsi:type="dcterms:W3CDTF">2023-03-29T19:39:31Z</dcterms:created>
  <dcterms:modified xsi:type="dcterms:W3CDTF">2023-04-06T13:51:06Z</dcterms:modified>
</cp:coreProperties>
</file>